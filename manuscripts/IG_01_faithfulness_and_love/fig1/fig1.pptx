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97536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E2A6BA-3B49-414E-A086-D50465F31C11}" v="2" dt="2026-03-06T10:36:1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44" d="100"/>
          <a:sy n="44" d="100"/>
        </p:scale>
        <p:origin x="213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-Chung Hsue" userId="0d39fb11249e9e67" providerId="LiveId" clId="{A170C4A5-6498-4AC0-A24E-EBB8A3864606}"/>
    <pc:docChg chg="custSel addSld delSld modSld">
      <pc:chgData name="Young-Chung Hsue" userId="0d39fb11249e9e67" providerId="LiveId" clId="{A170C4A5-6498-4AC0-A24E-EBB8A3864606}" dt="2026-03-06T10:37:59.887" v="289" actId="255"/>
      <pc:docMkLst>
        <pc:docMk/>
      </pc:docMkLst>
      <pc:sldChg chg="modSp mod">
        <pc:chgData name="Young-Chung Hsue" userId="0d39fb11249e9e67" providerId="LiveId" clId="{A170C4A5-6498-4AC0-A24E-EBB8A3864606}" dt="2026-03-06T10:37:51.879" v="288" actId="255"/>
        <pc:sldMkLst>
          <pc:docMk/>
          <pc:sldMk cId="829592366" sldId="256"/>
        </pc:sldMkLst>
        <pc:spChg chg="mod">
          <ac:chgData name="Young-Chung Hsue" userId="0d39fb11249e9e67" providerId="LiveId" clId="{A170C4A5-6498-4AC0-A24E-EBB8A3864606}" dt="2026-03-06T10:37:51.879" v="288" actId="255"/>
          <ac:spMkLst>
            <pc:docMk/>
            <pc:sldMk cId="829592366" sldId="256"/>
            <ac:spMk id="6" creationId="{1B0CB020-4F36-8846-4342-26152534903C}"/>
          </ac:spMkLst>
        </pc:spChg>
        <pc:picChg chg="mod">
          <ac:chgData name="Young-Chung Hsue" userId="0d39fb11249e9e67" providerId="LiveId" clId="{A170C4A5-6498-4AC0-A24E-EBB8A3864606}" dt="2026-03-06T10:35:18.557" v="166" actId="1036"/>
          <ac:picMkLst>
            <pc:docMk/>
            <pc:sldMk cId="829592366" sldId="256"/>
            <ac:picMk id="5" creationId="{29BCC1E5-D346-ED26-64BB-499BB8510D2B}"/>
          </ac:picMkLst>
        </pc:picChg>
      </pc:sldChg>
      <pc:sldChg chg="delSp del mod">
        <pc:chgData name="Young-Chung Hsue" userId="0d39fb11249e9e67" providerId="LiveId" clId="{A170C4A5-6498-4AC0-A24E-EBB8A3864606}" dt="2026-03-06T10:37:29.033" v="286" actId="47"/>
        <pc:sldMkLst>
          <pc:docMk/>
          <pc:sldMk cId="1397421106" sldId="257"/>
        </pc:sldMkLst>
        <pc:spChg chg="del">
          <ac:chgData name="Young-Chung Hsue" userId="0d39fb11249e9e67" providerId="LiveId" clId="{A170C4A5-6498-4AC0-A24E-EBB8A3864606}" dt="2026-03-06T10:36:13.240" v="179" actId="21"/>
          <ac:spMkLst>
            <pc:docMk/>
            <pc:sldMk cId="1397421106" sldId="257"/>
            <ac:spMk id="6" creationId="{C7E71CF3-4CBC-0232-D1B3-E0814E921E13}"/>
          </ac:spMkLst>
        </pc:spChg>
      </pc:sldChg>
      <pc:sldChg chg="addSp delSp modSp add mod">
        <pc:chgData name="Young-Chung Hsue" userId="0d39fb11249e9e67" providerId="LiveId" clId="{A170C4A5-6498-4AC0-A24E-EBB8A3864606}" dt="2026-03-06T10:37:59.887" v="289" actId="255"/>
        <pc:sldMkLst>
          <pc:docMk/>
          <pc:sldMk cId="3487311992" sldId="258"/>
        </pc:sldMkLst>
        <pc:spChg chg="add mod">
          <ac:chgData name="Young-Chung Hsue" userId="0d39fb11249e9e67" providerId="LiveId" clId="{A170C4A5-6498-4AC0-A24E-EBB8A3864606}" dt="2026-03-06T10:37:59.887" v="289" actId="255"/>
          <ac:spMkLst>
            <pc:docMk/>
            <pc:sldMk cId="3487311992" sldId="258"/>
            <ac:spMk id="2" creationId="{C7E71CF3-4CBC-0232-D1B3-E0814E921E13}"/>
          </ac:spMkLst>
        </pc:spChg>
        <pc:spChg chg="del">
          <ac:chgData name="Young-Chung Hsue" userId="0d39fb11249e9e67" providerId="LiveId" clId="{A170C4A5-6498-4AC0-A24E-EBB8A3864606}" dt="2026-03-06T10:36:33.608" v="245" actId="478"/>
          <ac:spMkLst>
            <pc:docMk/>
            <pc:sldMk cId="3487311992" sldId="258"/>
            <ac:spMk id="6" creationId="{1DEF1EFB-D561-3576-13D8-141CF2B9A9C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995312"/>
            <a:ext cx="8290560" cy="4244622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6403623"/>
            <a:ext cx="7315200" cy="2943577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EE68-3B56-434F-8470-888CB79683FD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4B7-9B2B-4856-96A4-A58362B77C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889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EE68-3B56-434F-8470-888CB79683FD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4B7-9B2B-4856-96A4-A58362B77C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817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81" y="3039537"/>
            <a:ext cx="8412480" cy="5071532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81" y="8159048"/>
            <a:ext cx="8412480" cy="26669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EE68-3B56-434F-8470-888CB79683FD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4B7-9B2B-4856-96A4-A58362B77C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880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3245556"/>
            <a:ext cx="414528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7760" y="3245556"/>
            <a:ext cx="4145280" cy="773571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EE68-3B56-434F-8470-888CB79683FD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4B7-9B2B-4856-96A4-A58362B77C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113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649114"/>
            <a:ext cx="8412480" cy="235655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832" y="2988734"/>
            <a:ext cx="4126229" cy="1464732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32" y="4453467"/>
            <a:ext cx="4126229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7761" y="2988734"/>
            <a:ext cx="4146550" cy="1464732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7761" y="4453467"/>
            <a:ext cx="4146550" cy="65503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EE68-3B56-434F-8470-888CB79683FD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4B7-9B2B-4856-96A4-A58362B77C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192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EE68-3B56-434F-8470-888CB79683FD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4B7-9B2B-4856-96A4-A58362B77C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494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EE68-3B56-434F-8470-888CB79683FD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4B7-9B2B-4856-96A4-A58362B77C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8480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812800"/>
            <a:ext cx="3145790" cy="284480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550" y="1755425"/>
            <a:ext cx="4937760" cy="8664222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3657600"/>
            <a:ext cx="3145790" cy="6776156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EE68-3B56-434F-8470-888CB79683FD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4B7-9B2B-4856-96A4-A58362B77C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3230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812800"/>
            <a:ext cx="3145790" cy="284480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6550" y="1755425"/>
            <a:ext cx="4937760" cy="8664222"/>
          </a:xfrm>
        </p:spPr>
        <p:txBody>
          <a:bodyPr anchor="t"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0" y="3657600"/>
            <a:ext cx="3145790" cy="6776156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EE68-3B56-434F-8470-888CB79683FD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4B7-9B2B-4856-96A4-A58362B77C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551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EE68-3B56-434F-8470-888CB79683FD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4B7-9B2B-4856-96A4-A58362B77C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700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1" y="649111"/>
            <a:ext cx="2103120" cy="1033215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1" y="649111"/>
            <a:ext cx="6187440" cy="1033215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EE68-3B56-434F-8470-888CB79683FD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94B7-9B2B-4856-96A4-A58362B77C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9859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649114"/>
            <a:ext cx="841248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3245556"/>
            <a:ext cx="841248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560" y="11300181"/>
            <a:ext cx="219456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DEE68-3B56-434F-8470-888CB79683FD}" type="datetimeFigureOut">
              <a:rPr lang="zh-TW" altLang="en-US" smtClean="0"/>
              <a:t>2026/3/6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0880" y="11300181"/>
            <a:ext cx="329184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8480" y="11300181"/>
            <a:ext cx="219456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BC94B7-9B2B-4856-96A4-A58362B77CA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57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29BCC1E5-D346-ED26-64BB-499BB8510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29" y="-1175666"/>
            <a:ext cx="9782629" cy="1467394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B0CB020-4F36-8846-4342-26152534903C}"/>
              </a:ext>
            </a:extLst>
          </p:cNvPr>
          <p:cNvSpPr txBox="1"/>
          <p:nvPr/>
        </p:nvSpPr>
        <p:spPr>
          <a:xfrm>
            <a:off x="761999" y="217728"/>
            <a:ext cx="86650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800" b="1" spc="50" dirty="0">
                <a:ln w="9525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這世界病了，而 </a:t>
            </a:r>
            <a:r>
              <a:rPr lang="en-US" altLang="zh-TW" sz="4800" b="1" spc="50" dirty="0">
                <a:ln w="9525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AI </a:t>
            </a:r>
            <a:r>
              <a:rPr lang="zh-TW" altLang="en-US" sz="4800" b="1" spc="50" dirty="0">
                <a:ln w="9525" cmpd="sng">
                  <a:solidFill>
                    <a:srgbClr val="0070C0"/>
                  </a:solidFill>
                  <a:prstDash val="solid"/>
                </a:ln>
                <a:solidFill>
                  <a:srgbClr val="0070C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是一面會放大病毒的「魔鏡」嗎？</a:t>
            </a:r>
          </a:p>
        </p:txBody>
      </p:sp>
    </p:spTree>
    <p:extLst>
      <p:ext uri="{BB962C8B-B14F-4D97-AF65-F5344CB8AC3E}">
        <p14:creationId xmlns:p14="http://schemas.microsoft.com/office/powerpoint/2010/main" val="829592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5AD34-6019-60A5-8C59-6890BFAFC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4D0FAA6-947D-2E93-1685-E15DFABBC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29" y="-1175666"/>
            <a:ext cx="9782629" cy="14673943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C7E71CF3-4CBC-0232-D1B3-E0814E921E13}"/>
              </a:ext>
            </a:extLst>
          </p:cNvPr>
          <p:cNvSpPr txBox="1"/>
          <p:nvPr/>
        </p:nvSpPr>
        <p:spPr>
          <a:xfrm>
            <a:off x="674915" y="370134"/>
            <a:ext cx="86650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The world is sick. </a:t>
            </a:r>
          </a:p>
          <a:p>
            <a:r>
              <a:rPr lang="en-US" altLang="zh-TW" sz="4800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Is AI a "magic mirror" that amplifies the virus?</a:t>
            </a:r>
          </a:p>
        </p:txBody>
      </p:sp>
    </p:spTree>
    <p:extLst>
      <p:ext uri="{BB962C8B-B14F-4D97-AF65-F5344CB8AC3E}">
        <p14:creationId xmlns:p14="http://schemas.microsoft.com/office/powerpoint/2010/main" val="3487311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35</Words>
  <Application>Microsoft Office PowerPoint</Application>
  <PresentationFormat>自訂</PresentationFormat>
  <Paragraphs>3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Young-Chung Hsue</dc:creator>
  <cp:lastModifiedBy>Young-Chung Hsue</cp:lastModifiedBy>
  <cp:revision>1</cp:revision>
  <dcterms:created xsi:type="dcterms:W3CDTF">2026-03-05T12:44:31Z</dcterms:created>
  <dcterms:modified xsi:type="dcterms:W3CDTF">2026-03-06T10:38:04Z</dcterms:modified>
</cp:coreProperties>
</file>