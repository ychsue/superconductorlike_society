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</p:sldIdLst>
  <p:sldSz cx="9753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8DDE3-A3A6-49D9-8C05-B57B71D1DAFD}" v="8" dt="2026-03-06T10:49:21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44" d="100"/>
          <a:sy n="44" d="100"/>
        </p:scale>
        <p:origin x="22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A170C4A5-6498-4AC0-A24E-EBB8A3864606}"/>
    <pc:docChg chg="custSel addSld delSld modSld">
      <pc:chgData name="Young-Chung Hsue" userId="0d39fb11249e9e67" providerId="LiveId" clId="{A170C4A5-6498-4AC0-A24E-EBB8A3864606}" dt="2026-03-06T10:50:13.045" v="144" actId="207"/>
      <pc:docMkLst>
        <pc:docMk/>
      </pc:docMkLst>
      <pc:sldChg chg="delSp modSp mod">
        <pc:chgData name="Young-Chung Hsue" userId="0d39fb11249e9e67" providerId="LiveId" clId="{A170C4A5-6498-4AC0-A24E-EBB8A3864606}" dt="2026-03-06T10:46:38.358" v="102" actId="1036"/>
        <pc:sldMkLst>
          <pc:docMk/>
          <pc:sldMk cId="1115632444" sldId="256"/>
        </pc:sldMkLst>
        <pc:spChg chg="mod">
          <ac:chgData name="Young-Chung Hsue" userId="0d39fb11249e9e67" providerId="LiveId" clId="{A170C4A5-6498-4AC0-A24E-EBB8A3864606}" dt="2026-03-06T10:44:52.362" v="63" actId="208"/>
          <ac:spMkLst>
            <pc:docMk/>
            <pc:sldMk cId="1115632444" sldId="256"/>
            <ac:spMk id="2" creationId="{5852FFC4-CE01-288F-B7A6-DBAACC45A569}"/>
          </ac:spMkLst>
        </pc:spChg>
        <pc:spChg chg="mod">
          <ac:chgData name="Young-Chung Hsue" userId="0d39fb11249e9e67" providerId="LiveId" clId="{A170C4A5-6498-4AC0-A24E-EBB8A3864606}" dt="2026-03-06T10:46:38.358" v="102" actId="1036"/>
          <ac:spMkLst>
            <pc:docMk/>
            <pc:sldMk cId="1115632444" sldId="256"/>
            <ac:spMk id="6" creationId="{20F2BC0A-66AE-2AA5-41CE-FAC630C7FB44}"/>
          </ac:spMkLst>
        </pc:spChg>
        <pc:spChg chg="mod">
          <ac:chgData name="Young-Chung Hsue" userId="0d39fb11249e9e67" providerId="LiveId" clId="{A170C4A5-6498-4AC0-A24E-EBB8A3864606}" dt="2026-03-06T10:46:38.358" v="102" actId="1036"/>
          <ac:spMkLst>
            <pc:docMk/>
            <pc:sldMk cId="1115632444" sldId="256"/>
            <ac:spMk id="7" creationId="{CB2F4CF3-CC67-7031-D144-5D54B932DA4F}"/>
          </ac:spMkLst>
        </pc:spChg>
        <pc:spChg chg="del mod">
          <ac:chgData name="Young-Chung Hsue" userId="0d39fb11249e9e67" providerId="LiveId" clId="{A170C4A5-6498-4AC0-A24E-EBB8A3864606}" dt="2026-03-06T10:46:27.155" v="79" actId="478"/>
          <ac:spMkLst>
            <pc:docMk/>
            <pc:sldMk cId="1115632444" sldId="256"/>
            <ac:spMk id="8" creationId="{AEA94CB2-B8E0-314C-7100-F4F906E770CE}"/>
          </ac:spMkLst>
        </pc:spChg>
        <pc:picChg chg="mod">
          <ac:chgData name="Young-Chung Hsue" userId="0d39fb11249e9e67" providerId="LiveId" clId="{A170C4A5-6498-4AC0-A24E-EBB8A3864606}" dt="2026-03-06T10:44:15.286" v="46" actId="14100"/>
          <ac:picMkLst>
            <pc:docMk/>
            <pc:sldMk cId="1115632444" sldId="256"/>
            <ac:picMk id="3" creationId="{8C7380CB-7B99-8757-12C6-D4DD5931EF1C}"/>
          </ac:picMkLst>
        </pc:picChg>
      </pc:sldChg>
      <pc:sldChg chg="del">
        <pc:chgData name="Young-Chung Hsue" userId="0d39fb11249e9e67" providerId="LiveId" clId="{A170C4A5-6498-4AC0-A24E-EBB8A3864606}" dt="2026-03-06T10:46:49.505" v="104" actId="47"/>
        <pc:sldMkLst>
          <pc:docMk/>
          <pc:sldMk cId="2175893028" sldId="257"/>
        </pc:sldMkLst>
      </pc:sldChg>
      <pc:sldChg chg="modSp add mod">
        <pc:chgData name="Young-Chung Hsue" userId="0d39fb11249e9e67" providerId="LiveId" clId="{A170C4A5-6498-4AC0-A24E-EBB8A3864606}" dt="2026-03-06T10:50:13.045" v="144" actId="207"/>
        <pc:sldMkLst>
          <pc:docMk/>
          <pc:sldMk cId="624490219" sldId="258"/>
        </pc:sldMkLst>
        <pc:spChg chg="mod">
          <ac:chgData name="Young-Chung Hsue" userId="0d39fb11249e9e67" providerId="LiveId" clId="{A170C4A5-6498-4AC0-A24E-EBB8A3864606}" dt="2026-03-06T10:50:13.045" v="144" actId="207"/>
          <ac:spMkLst>
            <pc:docMk/>
            <pc:sldMk cId="624490219" sldId="258"/>
            <ac:spMk id="2" creationId="{22533101-98CC-96C1-F062-04B3CA9596CF}"/>
          </ac:spMkLst>
        </pc:spChg>
        <pc:spChg chg="mod">
          <ac:chgData name="Young-Chung Hsue" userId="0d39fb11249e9e67" providerId="LiveId" clId="{A170C4A5-6498-4AC0-A24E-EBB8A3864606}" dt="2026-03-06T10:49:13.331" v="137" actId="255"/>
          <ac:spMkLst>
            <pc:docMk/>
            <pc:sldMk cId="624490219" sldId="258"/>
            <ac:spMk id="6" creationId="{9A051E31-E66B-2874-F8BA-9536CD5EA59C}"/>
          </ac:spMkLst>
        </pc:spChg>
        <pc:spChg chg="mod">
          <ac:chgData name="Young-Chung Hsue" userId="0d39fb11249e9e67" providerId="LiveId" clId="{A170C4A5-6498-4AC0-A24E-EBB8A3864606}" dt="2026-03-06T10:49:29.664" v="143" actId="20577"/>
          <ac:spMkLst>
            <pc:docMk/>
            <pc:sldMk cId="624490219" sldId="258"/>
            <ac:spMk id="7" creationId="{031FE85B-9D2E-7255-5830-DE8AB4B66A41}"/>
          </ac:spMkLst>
        </pc:spChg>
        <pc:picChg chg="mod">
          <ac:chgData name="Young-Chung Hsue" userId="0d39fb11249e9e67" providerId="LiveId" clId="{A170C4A5-6498-4AC0-A24E-EBB8A3864606}" dt="2026-03-06T10:47:58.497" v="130" actId="1035"/>
          <ac:picMkLst>
            <pc:docMk/>
            <pc:sldMk cId="624490219" sldId="258"/>
            <ac:picMk id="3" creationId="{3CE8BE87-09B8-9AAF-1385-68A02B0904A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95312"/>
            <a:ext cx="8290560" cy="4244622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6403623"/>
            <a:ext cx="7315200" cy="2943577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378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24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3039537"/>
            <a:ext cx="8412480" cy="5071532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8159048"/>
            <a:ext cx="8412480" cy="26669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11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81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49114"/>
            <a:ext cx="8412480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988734"/>
            <a:ext cx="4126229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4453467"/>
            <a:ext cx="4126229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988734"/>
            <a:ext cx="4146550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4453467"/>
            <a:ext cx="4146550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35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70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76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755425"/>
            <a:ext cx="4937760" cy="8664222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88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755425"/>
            <a:ext cx="4937760" cy="8664222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01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18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649111"/>
            <a:ext cx="2103120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649111"/>
            <a:ext cx="6187440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42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49114"/>
            <a:ext cx="841248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3245556"/>
            <a:ext cx="841248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13988-DF21-47D5-B3E5-7965F6419730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1D715-B583-464C-B256-F42C4E4E1E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10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人的臉孔, 藝術, 油畫 的圖片&#10;&#10;AI 產生的內容可能不正確。">
            <a:extLst>
              <a:ext uri="{FF2B5EF4-FFF2-40B4-BE49-F238E27FC236}">
                <a16:creationId xmlns:a16="http://schemas.microsoft.com/office/drawing/2014/main" id="{C1205F27-3F3F-0B1E-2018-2BD072E54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68" y="-1751215"/>
            <a:ext cx="9790775" cy="1468616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0F2BC0A-66AE-2AA5-41CE-FAC630C7FB44}"/>
              </a:ext>
            </a:extLst>
          </p:cNvPr>
          <p:cNvSpPr txBox="1"/>
          <p:nvPr/>
        </p:nvSpPr>
        <p:spPr>
          <a:xfrm>
            <a:off x="137000" y="9514111"/>
            <a:ext cx="4529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正面是滿足慾望的幻象（致死），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F4CF3-CC67-7031-D144-5D54B932DA4F}"/>
              </a:ext>
            </a:extLst>
          </p:cNvPr>
          <p:cNvSpPr txBox="1"/>
          <p:nvPr/>
        </p:nvSpPr>
        <p:spPr>
          <a:xfrm>
            <a:off x="5087261" y="9515391"/>
            <a:ext cx="4529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反面是殘酷可怕的真實（治病）。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7380CB-7B99-8757-12C6-D4DD5931EF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20625" y="388203"/>
            <a:ext cx="466635" cy="83099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852FFC4-CE01-288F-B7A6-DBAACC45A569}"/>
              </a:ext>
            </a:extLst>
          </p:cNvPr>
          <p:cNvSpPr txBox="1"/>
          <p:nvPr/>
        </p:nvSpPr>
        <p:spPr>
          <a:xfrm>
            <a:off x="1009138" y="431081"/>
            <a:ext cx="7702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《</a:t>
            </a:r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紅樓夢</a:t>
            </a:r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》</a:t>
            </a:r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的「風月寶鑒」</a:t>
            </a:r>
          </a:p>
        </p:txBody>
      </p:sp>
    </p:spTree>
    <p:extLst>
      <p:ext uri="{BB962C8B-B14F-4D97-AF65-F5344CB8AC3E}">
        <p14:creationId xmlns:p14="http://schemas.microsoft.com/office/powerpoint/2010/main" val="111563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AEF7F-01F0-AED6-BF8A-6C40B3F6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人的臉孔, 藝術, 油畫 的圖片&#10;&#10;AI 產生的內容可能不正確。">
            <a:extLst>
              <a:ext uri="{FF2B5EF4-FFF2-40B4-BE49-F238E27FC236}">
                <a16:creationId xmlns:a16="http://schemas.microsoft.com/office/drawing/2014/main" id="{5A464247-62DA-D658-B181-D72079BAF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68" y="-1751215"/>
            <a:ext cx="9790775" cy="1468616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A051E31-E66B-2874-F8BA-9536CD5EA59C}"/>
              </a:ext>
            </a:extLst>
          </p:cNvPr>
          <p:cNvSpPr txBox="1"/>
          <p:nvPr/>
        </p:nvSpPr>
        <p:spPr>
          <a:xfrm>
            <a:off x="137000" y="9514111"/>
            <a:ext cx="45293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The front shows beautiful </a:t>
            </a:r>
            <a:r>
              <a:rPr lang="en-US" altLang="zh-TW" sz="3600" dirty="0">
                <a:solidFill>
                  <a:srgbClr val="FFFF00"/>
                </a:solidFill>
              </a:rPr>
              <a:t>illusions</a:t>
            </a:r>
            <a:r>
              <a:rPr lang="en-US" altLang="zh-TW" sz="3600" dirty="0">
                <a:solidFill>
                  <a:schemeClr val="bg1"/>
                </a:solidFill>
              </a:rPr>
              <a:t> that accelerate </a:t>
            </a:r>
            <a:r>
              <a:rPr lang="en-US" altLang="zh-TW" sz="3600" dirty="0">
                <a:solidFill>
                  <a:srgbClr val="FFFF00"/>
                </a:solidFill>
              </a:rPr>
              <a:t>demise</a:t>
            </a:r>
            <a:r>
              <a:rPr lang="en-US" altLang="zh-TW" sz="3600" dirty="0">
                <a:solidFill>
                  <a:schemeClr val="bg1"/>
                </a:solidFill>
              </a:rPr>
              <a:t>,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1FE85B-9D2E-7255-5830-DE8AB4B66A41}"/>
              </a:ext>
            </a:extLst>
          </p:cNvPr>
          <p:cNvSpPr txBox="1"/>
          <p:nvPr/>
        </p:nvSpPr>
        <p:spPr>
          <a:xfrm>
            <a:off x="5087261" y="9515391"/>
            <a:ext cx="4529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while the back reveals cruel </a:t>
            </a:r>
            <a:r>
              <a:rPr lang="en-US" altLang="zh-TW" sz="3600" dirty="0">
                <a:solidFill>
                  <a:srgbClr val="FFFF00"/>
                </a:solidFill>
              </a:rPr>
              <a:t>truths</a:t>
            </a:r>
            <a:r>
              <a:rPr lang="en-US" altLang="zh-TW" sz="3600" dirty="0">
                <a:solidFill>
                  <a:schemeClr val="bg1"/>
                </a:solidFill>
              </a:rPr>
              <a:t> that </a:t>
            </a:r>
            <a:r>
              <a:rPr lang="en-US" altLang="zh-TW" sz="3600" dirty="0">
                <a:solidFill>
                  <a:srgbClr val="FFFF00"/>
                </a:solidFill>
              </a:rPr>
              <a:t>heal</a:t>
            </a:r>
            <a:r>
              <a:rPr lang="en-US" altLang="zh-TW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CE8BE87-09B8-9AAF-1385-68A02B0904A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20624" y="431745"/>
            <a:ext cx="466636" cy="124242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2533101-98CC-96C1-F062-04B3CA9596CF}"/>
              </a:ext>
            </a:extLst>
          </p:cNvPr>
          <p:cNvSpPr txBox="1"/>
          <p:nvPr/>
        </p:nvSpPr>
        <p:spPr>
          <a:xfrm>
            <a:off x="1009138" y="235140"/>
            <a:ext cx="7702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The Magic Mirror In </a:t>
            </a:r>
            <a:r>
              <a:rPr lang="en-US" altLang="zh-TW" sz="4800" i="1" dirty="0">
                <a:ln>
                  <a:solidFill>
                    <a:srgbClr val="00B0F0"/>
                  </a:solidFill>
                </a:ln>
                <a:solidFill>
                  <a:srgbClr val="FFFF00"/>
                </a:solidFill>
              </a:rPr>
              <a:t>Dream of the Red Chamber</a:t>
            </a:r>
            <a:endParaRPr lang="en-US" altLang="zh-TW" sz="4800" dirty="0">
              <a:ln>
                <a:solidFill>
                  <a:srgbClr val="00B0F0"/>
                </a:solidFill>
              </a:ln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49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56</Words>
  <Application>Microsoft Office PowerPoint</Application>
  <PresentationFormat>自訂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5</cp:revision>
  <dcterms:created xsi:type="dcterms:W3CDTF">2026-02-27T09:25:26Z</dcterms:created>
  <dcterms:modified xsi:type="dcterms:W3CDTF">2026-03-06T10:52:46Z</dcterms:modified>
</cp:coreProperties>
</file>