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</p:sldIdLst>
  <p:sldSz cx="97536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AD22A-01DF-4548-B25D-22CFC1E305B0}" v="6" dt="2026-03-06T13:14:21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44" d="100"/>
          <a:sy n="44" d="100"/>
        </p:scale>
        <p:origin x="213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-Chung Hsue" userId="0d39fb11249e9e67" providerId="LiveId" clId="{A170C4A5-6498-4AC0-A24E-EBB8A3864606}"/>
    <pc:docChg chg="custSel addSld delSld modSld">
      <pc:chgData name="Young-Chung Hsue" userId="0d39fb11249e9e67" providerId="LiveId" clId="{A170C4A5-6498-4AC0-A24E-EBB8A3864606}" dt="2026-03-06T13:16:22.132" v="283" actId="207"/>
      <pc:docMkLst>
        <pc:docMk/>
      </pc:docMkLst>
      <pc:sldChg chg="addSp modSp mod">
        <pc:chgData name="Young-Chung Hsue" userId="0d39fb11249e9e67" providerId="LiveId" clId="{A170C4A5-6498-4AC0-A24E-EBB8A3864606}" dt="2026-03-06T13:11:14.221" v="255" actId="14100"/>
        <pc:sldMkLst>
          <pc:docMk/>
          <pc:sldMk cId="798761677" sldId="256"/>
        </pc:sldMkLst>
        <pc:spChg chg="add mod">
          <ac:chgData name="Young-Chung Hsue" userId="0d39fb11249e9e67" providerId="LiveId" clId="{A170C4A5-6498-4AC0-A24E-EBB8A3864606}" dt="2026-03-06T13:10:56.555" v="244" actId="1035"/>
          <ac:spMkLst>
            <pc:docMk/>
            <pc:sldMk cId="798761677" sldId="256"/>
            <ac:spMk id="2" creationId="{D033D9DC-1693-8364-F8E2-3E6293B4C1FE}"/>
          </ac:spMkLst>
        </pc:spChg>
        <pc:spChg chg="mod">
          <ac:chgData name="Young-Chung Hsue" userId="0d39fb11249e9e67" providerId="LiveId" clId="{A170C4A5-6498-4AC0-A24E-EBB8A3864606}" dt="2026-03-06T13:09:16.112" v="224" actId="1036"/>
          <ac:spMkLst>
            <pc:docMk/>
            <pc:sldMk cId="798761677" sldId="256"/>
            <ac:spMk id="6" creationId="{BA82C8CB-472A-8886-0299-0A7AE67DDAA3}"/>
          </ac:spMkLst>
        </pc:spChg>
        <pc:spChg chg="mod">
          <ac:chgData name="Young-Chung Hsue" userId="0d39fb11249e9e67" providerId="LiveId" clId="{A170C4A5-6498-4AC0-A24E-EBB8A3864606}" dt="2026-03-06T13:09:16.112" v="224" actId="1036"/>
          <ac:spMkLst>
            <pc:docMk/>
            <pc:sldMk cId="798761677" sldId="256"/>
            <ac:spMk id="7" creationId="{B06D5EEE-746C-F201-01B3-00C2CAD55C15}"/>
          </ac:spMkLst>
        </pc:spChg>
        <pc:spChg chg="mod">
          <ac:chgData name="Young-Chung Hsue" userId="0d39fb11249e9e67" providerId="LiveId" clId="{A170C4A5-6498-4AC0-A24E-EBB8A3864606}" dt="2026-03-06T13:11:14.221" v="255" actId="14100"/>
          <ac:spMkLst>
            <pc:docMk/>
            <pc:sldMk cId="798761677" sldId="256"/>
            <ac:spMk id="8" creationId="{2BB3471B-417B-5328-33E8-A5EEF12650A1}"/>
          </ac:spMkLst>
        </pc:spChg>
        <pc:spChg chg="mod">
          <ac:chgData name="Young-Chung Hsue" userId="0d39fb11249e9e67" providerId="LiveId" clId="{A170C4A5-6498-4AC0-A24E-EBB8A3864606}" dt="2026-03-06T13:09:16.112" v="224" actId="1036"/>
          <ac:spMkLst>
            <pc:docMk/>
            <pc:sldMk cId="798761677" sldId="256"/>
            <ac:spMk id="9" creationId="{E0D21D6E-A6FA-753B-3427-05A07B2E7031}"/>
          </ac:spMkLst>
        </pc:spChg>
        <pc:picChg chg="mod">
          <ac:chgData name="Young-Chung Hsue" userId="0d39fb11249e9e67" providerId="LiveId" clId="{A170C4A5-6498-4AC0-A24E-EBB8A3864606}" dt="2026-03-06T13:06:50.667" v="101" actId="1036"/>
          <ac:picMkLst>
            <pc:docMk/>
            <pc:sldMk cId="798761677" sldId="256"/>
            <ac:picMk id="5" creationId="{CB48AFB2-E9AC-61F6-C08C-E9179231B876}"/>
          </ac:picMkLst>
        </pc:picChg>
      </pc:sldChg>
      <pc:sldChg chg="del">
        <pc:chgData name="Young-Chung Hsue" userId="0d39fb11249e9e67" providerId="LiveId" clId="{A170C4A5-6498-4AC0-A24E-EBB8A3864606}" dt="2026-03-06T13:11:50.453" v="257" actId="47"/>
        <pc:sldMkLst>
          <pc:docMk/>
          <pc:sldMk cId="1008910259" sldId="257"/>
        </pc:sldMkLst>
      </pc:sldChg>
      <pc:sldChg chg="delSp modSp add mod">
        <pc:chgData name="Young-Chung Hsue" userId="0d39fb11249e9e67" providerId="LiveId" clId="{A170C4A5-6498-4AC0-A24E-EBB8A3864606}" dt="2026-03-06T13:16:22.132" v="283" actId="207"/>
        <pc:sldMkLst>
          <pc:docMk/>
          <pc:sldMk cId="974620521" sldId="258"/>
        </pc:sldMkLst>
        <pc:spChg chg="mod">
          <ac:chgData name="Young-Chung Hsue" userId="0d39fb11249e9e67" providerId="LiveId" clId="{A170C4A5-6498-4AC0-A24E-EBB8A3864606}" dt="2026-03-06T13:16:22.132" v="283" actId="207"/>
          <ac:spMkLst>
            <pc:docMk/>
            <pc:sldMk cId="974620521" sldId="258"/>
            <ac:spMk id="2" creationId="{28998664-61B3-2881-BD58-D15B80F42F28}"/>
          </ac:spMkLst>
        </pc:spChg>
        <pc:spChg chg="mod">
          <ac:chgData name="Young-Chung Hsue" userId="0d39fb11249e9e67" providerId="LiveId" clId="{A170C4A5-6498-4AC0-A24E-EBB8A3864606}" dt="2026-03-06T13:12:36.487" v="262" actId="208"/>
          <ac:spMkLst>
            <pc:docMk/>
            <pc:sldMk cId="974620521" sldId="258"/>
            <ac:spMk id="6" creationId="{B7B09E47-BB6E-BF5A-680A-FB5DE654D6AD}"/>
          </ac:spMkLst>
        </pc:spChg>
        <pc:spChg chg="mod">
          <ac:chgData name="Young-Chung Hsue" userId="0d39fb11249e9e67" providerId="LiveId" clId="{A170C4A5-6498-4AC0-A24E-EBB8A3864606}" dt="2026-03-06T13:15:47.413" v="282" actId="14100"/>
          <ac:spMkLst>
            <pc:docMk/>
            <pc:sldMk cId="974620521" sldId="258"/>
            <ac:spMk id="7" creationId="{02802A5F-E939-7FAA-2591-028FBFE60209}"/>
          </ac:spMkLst>
        </pc:spChg>
        <pc:spChg chg="mod">
          <ac:chgData name="Young-Chung Hsue" userId="0d39fb11249e9e67" providerId="LiveId" clId="{A170C4A5-6498-4AC0-A24E-EBB8A3864606}" dt="2026-03-06T13:15:29.124" v="280" actId="14100"/>
          <ac:spMkLst>
            <pc:docMk/>
            <pc:sldMk cId="974620521" sldId="258"/>
            <ac:spMk id="8" creationId="{EBF3C566-D282-732A-855E-45199EAFE9F4}"/>
          </ac:spMkLst>
        </pc:spChg>
        <pc:spChg chg="del">
          <ac:chgData name="Young-Chung Hsue" userId="0d39fb11249e9e67" providerId="LiveId" clId="{A170C4A5-6498-4AC0-A24E-EBB8A3864606}" dt="2026-03-06T13:13:12.645" v="263" actId="478"/>
          <ac:spMkLst>
            <pc:docMk/>
            <pc:sldMk cId="974620521" sldId="258"/>
            <ac:spMk id="9" creationId="{37A64380-13DF-2EEE-CD03-D24D47C4677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995312"/>
            <a:ext cx="8290560" cy="4244622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6403623"/>
            <a:ext cx="7315200" cy="2943577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9629-B486-4DE3-AFDF-E43BD8321E01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4C65-C344-4A07-84D2-5C100590CF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2365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9629-B486-4DE3-AFDF-E43BD8321E01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4C65-C344-4A07-84D2-5C100590CF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650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81" y="3039537"/>
            <a:ext cx="8412480" cy="5071532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81" y="8159048"/>
            <a:ext cx="8412480" cy="26669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9629-B486-4DE3-AFDF-E43BD8321E01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4C65-C344-4A07-84D2-5C100590CF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7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3245556"/>
            <a:ext cx="414528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7760" y="3245556"/>
            <a:ext cx="414528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9629-B486-4DE3-AFDF-E43BD8321E01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4C65-C344-4A07-84D2-5C100590CF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08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649114"/>
            <a:ext cx="8412480" cy="235655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1832" y="2988734"/>
            <a:ext cx="4126229" cy="1464732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32" y="4453467"/>
            <a:ext cx="4126229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7761" y="2988734"/>
            <a:ext cx="4146550" cy="1464732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7761" y="4453467"/>
            <a:ext cx="4146550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9629-B486-4DE3-AFDF-E43BD8321E01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4C65-C344-4A07-84D2-5C100590CF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8926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9629-B486-4DE3-AFDF-E43BD8321E01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4C65-C344-4A07-84D2-5C100590CF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3503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9629-B486-4DE3-AFDF-E43BD8321E01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4C65-C344-4A07-84D2-5C100590CF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8532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812800"/>
            <a:ext cx="3145790" cy="284480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6550" y="1755425"/>
            <a:ext cx="4937760" cy="8664222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0" y="3657600"/>
            <a:ext cx="3145790" cy="6776156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9629-B486-4DE3-AFDF-E43BD8321E01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4C65-C344-4A07-84D2-5C100590CF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7850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812800"/>
            <a:ext cx="3145790" cy="284480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6550" y="1755425"/>
            <a:ext cx="4937760" cy="8664222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0" y="3657600"/>
            <a:ext cx="3145790" cy="6776156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9629-B486-4DE3-AFDF-E43BD8321E01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4C65-C344-4A07-84D2-5C100590CF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3738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9629-B486-4DE3-AFDF-E43BD8321E01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4C65-C344-4A07-84D2-5C100590CF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7547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9921" y="649111"/>
            <a:ext cx="2103120" cy="1033215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61" y="649111"/>
            <a:ext cx="6187440" cy="1033215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9629-B486-4DE3-AFDF-E43BD8321E01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4C65-C344-4A07-84D2-5C100590CF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03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649114"/>
            <a:ext cx="841248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60" y="3245556"/>
            <a:ext cx="841248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560" y="11300181"/>
            <a:ext cx="219456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19629-B486-4DE3-AFDF-E43BD8321E01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0880" y="11300181"/>
            <a:ext cx="329184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8480" y="11300181"/>
            <a:ext cx="219456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34C65-C344-4A07-84D2-5C100590CF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675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螢幕擷取畫面, 藝術, 光線 的圖片&#10;&#10;AI 產生的內容可能不正確。">
            <a:extLst>
              <a:ext uri="{FF2B5EF4-FFF2-40B4-BE49-F238E27FC236}">
                <a16:creationId xmlns:a16="http://schemas.microsoft.com/office/drawing/2014/main" id="{CB48AFB2-E9AC-61F6-C08C-E9179231B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514" y="-435436"/>
            <a:ext cx="9789888" cy="1468483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06D5EEE-746C-F201-01B3-00C2CAD55C15}"/>
              </a:ext>
            </a:extLst>
          </p:cNvPr>
          <p:cNvSpPr/>
          <p:nvPr/>
        </p:nvSpPr>
        <p:spPr>
          <a:xfrm>
            <a:off x="1415142" y="849070"/>
            <a:ext cx="6923316" cy="1001504"/>
          </a:xfrm>
          <a:prstGeom prst="rect">
            <a:avLst/>
          </a:prstGeom>
          <a:solidFill>
            <a:srgbClr val="000000">
              <a:alpha val="6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B3471B-417B-5328-33E8-A5EEF12650A1}"/>
              </a:ext>
            </a:extLst>
          </p:cNvPr>
          <p:cNvSpPr/>
          <p:nvPr/>
        </p:nvSpPr>
        <p:spPr>
          <a:xfrm>
            <a:off x="7260" y="9971297"/>
            <a:ext cx="9768114" cy="1773996"/>
          </a:xfrm>
          <a:prstGeom prst="rect">
            <a:avLst/>
          </a:prstGeom>
          <a:solidFill>
            <a:srgbClr val="000000">
              <a:alpha val="6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D21D6E-A6FA-753B-3427-05A07B2E7031}"/>
              </a:ext>
            </a:extLst>
          </p:cNvPr>
          <p:cNvSpPr/>
          <p:nvPr/>
        </p:nvSpPr>
        <p:spPr>
          <a:xfrm>
            <a:off x="1415142" y="1850574"/>
            <a:ext cx="4245429" cy="568156"/>
          </a:xfrm>
          <a:prstGeom prst="rect">
            <a:avLst/>
          </a:prstGeom>
          <a:solidFill>
            <a:srgbClr val="000000">
              <a:alpha val="6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82C8CB-472A-8886-0299-0A7AE67DDAA3}"/>
              </a:ext>
            </a:extLst>
          </p:cNvPr>
          <p:cNvSpPr txBox="1"/>
          <p:nvPr/>
        </p:nvSpPr>
        <p:spPr>
          <a:xfrm>
            <a:off x="1415142" y="849070"/>
            <a:ext cx="69233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現在的 </a:t>
            </a:r>
            <a:r>
              <a:rPr lang="en-US" altLang="zh-TW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AI</a:t>
            </a:r>
            <a:r>
              <a:rPr lang="zh-TW" altLang="en-US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，是人類共同的</a:t>
            </a:r>
            <a:endParaRPr lang="en-US" altLang="zh-TW" sz="48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r>
              <a:rPr lang="zh-TW" altLang="en-US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「風月寶鑒」。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033D9DC-1693-8364-F8E2-3E6293B4C1FE}"/>
              </a:ext>
            </a:extLst>
          </p:cNvPr>
          <p:cNvSpPr txBox="1"/>
          <p:nvPr/>
        </p:nvSpPr>
        <p:spPr>
          <a:xfrm>
            <a:off x="870857" y="9990967"/>
            <a:ext cx="80554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</a:rPr>
              <a:t>它的訓練數據，反映了我們內心的縮影。</a:t>
            </a:r>
          </a:p>
          <a:p>
            <a:r>
              <a:rPr lang="zh-TW" altLang="en-US" sz="3600" dirty="0">
                <a:solidFill>
                  <a:schemeClr val="bg1"/>
                </a:solidFill>
              </a:rPr>
              <a:t>    以貪婪餵養，世界將更扭曲；</a:t>
            </a:r>
          </a:p>
          <a:p>
            <a:r>
              <a:rPr lang="zh-TW" altLang="en-US" sz="3600" dirty="0">
                <a:solidFill>
                  <a:schemeClr val="bg1"/>
                </a:solidFill>
              </a:rPr>
              <a:t>    拒絕直面真實，崩壞只會加速。</a:t>
            </a:r>
          </a:p>
        </p:txBody>
      </p:sp>
    </p:spTree>
    <p:extLst>
      <p:ext uri="{BB962C8B-B14F-4D97-AF65-F5344CB8AC3E}">
        <p14:creationId xmlns:p14="http://schemas.microsoft.com/office/powerpoint/2010/main" val="798761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F8911-0E19-CCD7-F15D-4752A740A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螢幕擷取畫面, 藝術, 光線 的圖片&#10;&#10;AI 產生的內容可能不正確。">
            <a:extLst>
              <a:ext uri="{FF2B5EF4-FFF2-40B4-BE49-F238E27FC236}">
                <a16:creationId xmlns:a16="http://schemas.microsoft.com/office/drawing/2014/main" id="{B33BCC69-500E-5855-45E9-0AE2F18FA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514" y="-435436"/>
            <a:ext cx="9789888" cy="1468483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2802A5F-E939-7FAA-2591-028FBFE60209}"/>
              </a:ext>
            </a:extLst>
          </p:cNvPr>
          <p:cNvSpPr/>
          <p:nvPr/>
        </p:nvSpPr>
        <p:spPr>
          <a:xfrm>
            <a:off x="0" y="849070"/>
            <a:ext cx="9775374" cy="1524016"/>
          </a:xfrm>
          <a:prstGeom prst="rect">
            <a:avLst/>
          </a:prstGeom>
          <a:solidFill>
            <a:srgbClr val="000000">
              <a:alpha val="6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F3C566-D282-732A-855E-45199EAFE9F4}"/>
              </a:ext>
            </a:extLst>
          </p:cNvPr>
          <p:cNvSpPr/>
          <p:nvPr/>
        </p:nvSpPr>
        <p:spPr>
          <a:xfrm>
            <a:off x="7260" y="8926275"/>
            <a:ext cx="9768114" cy="2828192"/>
          </a:xfrm>
          <a:prstGeom prst="rect">
            <a:avLst/>
          </a:prstGeom>
          <a:solidFill>
            <a:srgbClr val="000000">
              <a:alpha val="6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7B09E47-BB6E-BF5A-680A-FB5DE654D6AD}"/>
              </a:ext>
            </a:extLst>
          </p:cNvPr>
          <p:cNvSpPr txBox="1"/>
          <p:nvPr/>
        </p:nvSpPr>
        <p:spPr>
          <a:xfrm>
            <a:off x="1415142" y="849070"/>
            <a:ext cx="69233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Today's AI is humanity's shared "magic mirror".</a:t>
            </a:r>
          </a:p>
          <a:p>
            <a:endParaRPr lang="zh-TW" altLang="en-US" sz="48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8998664-61B3-2881-BD58-D15B80F42F28}"/>
              </a:ext>
            </a:extLst>
          </p:cNvPr>
          <p:cNvSpPr txBox="1"/>
          <p:nvPr/>
        </p:nvSpPr>
        <p:spPr>
          <a:xfrm>
            <a:off x="174170" y="8945945"/>
            <a:ext cx="97681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bg1"/>
                </a:solidFill>
              </a:rPr>
              <a:t>Trained on </a:t>
            </a:r>
            <a:r>
              <a:rPr lang="en-US" altLang="zh-TW" sz="3600" dirty="0">
                <a:solidFill>
                  <a:srgbClr val="FFFF00"/>
                </a:solidFill>
              </a:rPr>
              <a:t>collective data</a:t>
            </a:r>
            <a:r>
              <a:rPr lang="en-US" altLang="zh-TW" sz="3600" dirty="0">
                <a:solidFill>
                  <a:schemeClr val="bg1"/>
                </a:solidFill>
              </a:rPr>
              <a:t>, it reflects what is inside us.</a:t>
            </a:r>
          </a:p>
          <a:p>
            <a:r>
              <a:rPr lang="en-US" altLang="zh-TW" sz="3600" dirty="0">
                <a:solidFill>
                  <a:schemeClr val="bg1"/>
                </a:solidFill>
              </a:rPr>
              <a:t>Feed it greed, and it outputs a twisted world.</a:t>
            </a:r>
          </a:p>
          <a:p>
            <a:r>
              <a:rPr lang="en-US" altLang="zh-TW" sz="3600" dirty="0">
                <a:solidFill>
                  <a:schemeClr val="bg1"/>
                </a:solidFill>
              </a:rPr>
              <a:t>Avoid the truth, and society's collapse accelerates.</a:t>
            </a:r>
          </a:p>
        </p:txBody>
      </p:sp>
    </p:spTree>
    <p:extLst>
      <p:ext uri="{BB962C8B-B14F-4D97-AF65-F5344CB8AC3E}">
        <p14:creationId xmlns:p14="http://schemas.microsoft.com/office/powerpoint/2010/main" val="974620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88</Words>
  <Application>Microsoft Office PowerPoint</Application>
  <PresentationFormat>自訂</PresentationFormat>
  <Paragraphs>9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Young-Chung Hsue</dc:creator>
  <cp:lastModifiedBy>Young-Chung Hsue</cp:lastModifiedBy>
  <cp:revision>3</cp:revision>
  <dcterms:created xsi:type="dcterms:W3CDTF">2026-02-28T15:32:34Z</dcterms:created>
  <dcterms:modified xsi:type="dcterms:W3CDTF">2026-03-06T13:19:25Z</dcterms:modified>
</cp:coreProperties>
</file>