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7536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44" d="100"/>
          <a:sy n="44" d="100"/>
        </p:scale>
        <p:origin x="213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995312"/>
            <a:ext cx="8290560" cy="4244622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6403623"/>
            <a:ext cx="7315200" cy="2943577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F0F1-68A5-421D-8068-33849983C045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8B2B-9BB0-4F50-B072-655056D6A4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5263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F0F1-68A5-421D-8068-33849983C045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8B2B-9BB0-4F50-B072-655056D6A4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516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81" y="3039537"/>
            <a:ext cx="8412480" cy="5071532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81" y="8159048"/>
            <a:ext cx="8412480" cy="26669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F0F1-68A5-421D-8068-33849983C045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8B2B-9BB0-4F50-B072-655056D6A4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7967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3245556"/>
            <a:ext cx="414528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7760" y="3245556"/>
            <a:ext cx="414528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F0F1-68A5-421D-8068-33849983C045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8B2B-9BB0-4F50-B072-655056D6A4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086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649114"/>
            <a:ext cx="8412480" cy="235655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1832" y="2988734"/>
            <a:ext cx="4126229" cy="1464732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32" y="4453467"/>
            <a:ext cx="4126229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7761" y="2988734"/>
            <a:ext cx="4146550" cy="1464732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7761" y="4453467"/>
            <a:ext cx="4146550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F0F1-68A5-421D-8068-33849983C045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8B2B-9BB0-4F50-B072-655056D6A4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8900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F0F1-68A5-421D-8068-33849983C045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8B2B-9BB0-4F50-B072-655056D6A4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198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F0F1-68A5-421D-8068-33849983C045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8B2B-9BB0-4F50-B072-655056D6A4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8198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812800"/>
            <a:ext cx="3145790" cy="284480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6550" y="1755425"/>
            <a:ext cx="4937760" cy="8664222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0" y="3657600"/>
            <a:ext cx="3145790" cy="6776156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F0F1-68A5-421D-8068-33849983C045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8B2B-9BB0-4F50-B072-655056D6A4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44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812800"/>
            <a:ext cx="3145790" cy="284480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6550" y="1755425"/>
            <a:ext cx="4937760" cy="8664222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0" y="3657600"/>
            <a:ext cx="3145790" cy="6776156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F0F1-68A5-421D-8068-33849983C045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8B2B-9BB0-4F50-B072-655056D6A4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95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F0F1-68A5-421D-8068-33849983C045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8B2B-9BB0-4F50-B072-655056D6A4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4010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9921" y="649111"/>
            <a:ext cx="2103120" cy="1033215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61" y="649111"/>
            <a:ext cx="6187440" cy="1033215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6F0F1-68A5-421D-8068-33849983C045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38B2B-9BB0-4F50-B072-655056D6A4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8700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649114"/>
            <a:ext cx="841248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60" y="3245556"/>
            <a:ext cx="841248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560" y="11300181"/>
            <a:ext cx="219456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96F0F1-68A5-421D-8068-33849983C045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0880" y="11300181"/>
            <a:ext cx="329184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8480" y="11300181"/>
            <a:ext cx="219456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C38B2B-9BB0-4F50-B072-655056D6A4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281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710DB5D-1361-5EBD-50D0-FD9618A6E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38400"/>
            <a:ext cx="9753600" cy="146304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77160F2-CBE8-28F3-7509-BE3D858FAEC2}"/>
              </a:ext>
            </a:extLst>
          </p:cNvPr>
          <p:cNvSpPr txBox="1"/>
          <p:nvPr/>
        </p:nvSpPr>
        <p:spPr>
          <a:xfrm>
            <a:off x="21773" y="9361715"/>
            <a:ext cx="94705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</a:rPr>
              <a:t>👉 你願意帶著光，成為讓社會更好的「光觸媒」嗎？</a:t>
            </a:r>
          </a:p>
          <a:p>
            <a:r>
              <a:rPr lang="zh-TW" altLang="en-US" sz="3600" dirty="0">
                <a:solidFill>
                  <a:schemeClr val="bg1"/>
                </a:solidFill>
              </a:rPr>
              <a:t>💬 留言分享：你覺得社會最不敢面對的真實是什麼？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0AB959C-B4D0-0A5A-4E87-34A272E543E6}"/>
              </a:ext>
            </a:extLst>
          </p:cNvPr>
          <p:cNvSpPr txBox="1"/>
          <p:nvPr/>
        </p:nvSpPr>
        <p:spPr>
          <a:xfrm>
            <a:off x="54430" y="827307"/>
            <a:ext cx="94705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沒有信實與愛，科技只會加速毀滅。</a:t>
            </a:r>
          </a:p>
        </p:txBody>
      </p:sp>
    </p:spTree>
    <p:extLst>
      <p:ext uri="{BB962C8B-B14F-4D97-AF65-F5344CB8AC3E}">
        <p14:creationId xmlns:p14="http://schemas.microsoft.com/office/powerpoint/2010/main" val="3649036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9DC87-38EF-7C44-C98C-74560EA83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A284F04-90B8-637B-4E9A-CBAE150EE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38400"/>
            <a:ext cx="9753600" cy="146304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EC4125C-6938-33C8-8BCC-E9EA16024673}"/>
              </a:ext>
            </a:extLst>
          </p:cNvPr>
          <p:cNvSpPr txBox="1"/>
          <p:nvPr/>
        </p:nvSpPr>
        <p:spPr>
          <a:xfrm>
            <a:off x="21773" y="9361715"/>
            <a:ext cx="94705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solidFill>
                  <a:schemeClr val="bg1"/>
                </a:solidFill>
              </a:rPr>
              <a:t>👉 </a:t>
            </a:r>
            <a:r>
              <a:rPr lang="en-US" altLang="zh-TW" sz="3600" dirty="0">
                <a:solidFill>
                  <a:schemeClr val="bg1"/>
                </a:solidFill>
              </a:rPr>
              <a:t>Will you bring your light and be the "photocatalyst"?</a:t>
            </a:r>
          </a:p>
          <a:p>
            <a:r>
              <a:rPr lang="zh-TW" altLang="en-US" sz="3600" dirty="0">
                <a:solidFill>
                  <a:schemeClr val="bg1"/>
                </a:solidFill>
              </a:rPr>
              <a:t>💬 </a:t>
            </a:r>
            <a:r>
              <a:rPr lang="en-US" altLang="zh-TW" sz="3600" dirty="0">
                <a:solidFill>
                  <a:schemeClr val="bg1"/>
                </a:solidFill>
              </a:rPr>
              <a:t>Comment below: What "truth" is today's society most afraid to face?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37DBDA2-F4EA-C1CC-13D2-A6F7A927A204}"/>
              </a:ext>
            </a:extLst>
          </p:cNvPr>
          <p:cNvSpPr txBox="1"/>
          <p:nvPr/>
        </p:nvSpPr>
        <p:spPr>
          <a:xfrm>
            <a:off x="54430" y="827307"/>
            <a:ext cx="94705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Without faithfulness and love, technology accelerates destruction.</a:t>
            </a:r>
          </a:p>
        </p:txBody>
      </p:sp>
    </p:spTree>
    <p:extLst>
      <p:ext uri="{BB962C8B-B14F-4D97-AF65-F5344CB8AC3E}">
        <p14:creationId xmlns:p14="http://schemas.microsoft.com/office/powerpoint/2010/main" val="4251901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83</Words>
  <Application>Microsoft Office PowerPoint</Application>
  <PresentationFormat>自訂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Young-Chung Hsue</dc:creator>
  <cp:lastModifiedBy>Young-Chung Hsue</cp:lastModifiedBy>
  <cp:revision>2</cp:revision>
  <dcterms:created xsi:type="dcterms:W3CDTF">2026-03-05T11:13:45Z</dcterms:created>
  <dcterms:modified xsi:type="dcterms:W3CDTF">2026-03-06T13:52:30Z</dcterms:modified>
</cp:coreProperties>
</file>